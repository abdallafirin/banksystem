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S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5"/>
    <p:restoredTop sz="94722"/>
  </p:normalViewPr>
  <p:slideViewPr>
    <p:cSldViewPr snapToGrid="0">
      <p:cViewPr>
        <p:scale>
          <a:sx n="114" d="100"/>
          <a:sy n="114" d="100"/>
        </p:scale>
        <p:origin x="85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85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A9FE-050F-55D0-0FBA-4FF1F045D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EE09B-26B8-98F0-5801-4BEE8EABD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702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O" dirty="0"/>
          </a:p>
        </p:txBody>
      </p:sp>
    </p:spTree>
    <p:extLst>
      <p:ext uri="{BB962C8B-B14F-4D97-AF65-F5344CB8AC3E}">
        <p14:creationId xmlns:p14="http://schemas.microsoft.com/office/powerpoint/2010/main" val="269786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8062E-D7CB-5A36-8A36-E195F003B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40167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A8EF2-1D34-6163-9141-BFFC7C5DB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119892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5053E-D713-FFF4-D320-97042E50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4886779"/>
            <a:ext cx="2743200" cy="365125"/>
          </a:xfrm>
          <a:prstGeom prst="rect">
            <a:avLst/>
          </a:prstGeom>
        </p:spPr>
        <p:txBody>
          <a:bodyPr/>
          <a:lstStyle/>
          <a:p>
            <a:fld id="{72A1F6AC-92C5-8942-B86B-05B3EEAFFFCB}" type="datetimeFigureOut">
              <a:rPr lang="en-SO" smtClean="0"/>
              <a:t>12/25/25</a:t>
            </a:fld>
            <a:endParaRPr lang="en-S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9E4DC-62F7-3737-F2A1-87F5D941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4886779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EAA9D-202D-1424-9BF2-61508243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886779"/>
            <a:ext cx="2743200" cy="365125"/>
          </a:xfrm>
          <a:prstGeom prst="rect">
            <a:avLst/>
          </a:prstGeom>
        </p:spPr>
        <p:txBody>
          <a:bodyPr/>
          <a:lstStyle/>
          <a:p>
            <a:fld id="{A365224D-525F-974B-A467-E503430C5389}" type="slidenum">
              <a:rPr lang="en-SO" smtClean="0"/>
              <a:t>‹#›</a:t>
            </a:fld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198409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C3D0-9614-35E6-88C1-679EDF9024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2C2F-30C2-D2EE-8B62-6A786B5FD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4702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AC478-45EB-ECD4-873A-7F54E9C7A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4702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86458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25D6E-B499-1288-B186-88E3726615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CCB81-D830-DA54-E301-7D3C167CB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D8E8-0461-D25F-5B70-F7786C80D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BDCA0-D455-E0D8-937A-FDA766C53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E228B9-3978-F99E-EC3D-8525965BE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671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69969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841C-576C-CD10-030D-EA731BFAD2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82C2D-9F33-F2D8-672E-73D9F23A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4806950"/>
            <a:ext cx="2743200" cy="365125"/>
          </a:xfrm>
          <a:prstGeom prst="rect">
            <a:avLst/>
          </a:prstGeom>
        </p:spPr>
        <p:txBody>
          <a:bodyPr/>
          <a:lstStyle/>
          <a:p>
            <a:fld id="{72A1F6AC-92C5-8942-B86B-05B3EEAFFFCB}" type="datetimeFigureOut">
              <a:rPr lang="en-SO" smtClean="0"/>
              <a:t>12/25/25</a:t>
            </a:fld>
            <a:endParaRPr lang="en-S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0EE4F-6A2F-0290-324D-B948FB46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48069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35B8C-2A07-6F85-A84B-68F7A0A0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806950"/>
            <a:ext cx="2743200" cy="365125"/>
          </a:xfrm>
          <a:prstGeom prst="rect">
            <a:avLst/>
          </a:prstGeom>
        </p:spPr>
        <p:txBody>
          <a:bodyPr/>
          <a:lstStyle/>
          <a:p>
            <a:fld id="{A365224D-525F-974B-A467-E503430C5389}" type="slidenum">
              <a:rPr lang="en-SO" smtClean="0"/>
              <a:t>‹#›</a:t>
            </a:fld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2332235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026E2-5ABC-6EF7-2AAF-FE7AB76984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4921250"/>
            <a:ext cx="2743200" cy="365125"/>
          </a:xfrm>
          <a:prstGeom prst="rect">
            <a:avLst/>
          </a:prstGeom>
        </p:spPr>
        <p:txBody>
          <a:bodyPr/>
          <a:lstStyle/>
          <a:p>
            <a:fld id="{72A1F6AC-92C5-8942-B86B-05B3EEAFFFCB}" type="datetimeFigureOut">
              <a:rPr lang="en-SO" smtClean="0"/>
              <a:t>12/25/25</a:t>
            </a:fld>
            <a:endParaRPr lang="en-S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06FA5-F113-D4B1-3849-BAFD6A2A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49212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0AD45-8592-2C1C-2C2C-084B2E8B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921250"/>
            <a:ext cx="2743200" cy="365125"/>
          </a:xfrm>
          <a:prstGeom prst="rect">
            <a:avLst/>
          </a:prstGeom>
        </p:spPr>
        <p:txBody>
          <a:bodyPr/>
          <a:lstStyle/>
          <a:p>
            <a:fld id="{A365224D-525F-974B-A467-E503430C5389}" type="slidenum">
              <a:rPr lang="en-SO" smtClean="0"/>
              <a:t>‹#›</a:t>
            </a:fld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215418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E3D6-C495-F145-24E2-5BCA3CED09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49CF-B02F-E8C5-0691-0B3DF17B5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36010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3030B-3AF1-4392-6258-557275FCA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290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472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A330-68DA-2693-F4FF-A46ABC33F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71663-45FE-F2B1-28A6-72E88E662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156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9B2E50-4E34-F788-B1C9-50D8AF995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2504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BC339-546C-11A5-6861-D2DB91AA7E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2A1F6AC-92C5-8942-B86B-05B3EEAFFFCB}" type="datetimeFigureOut">
              <a:rPr lang="en-SO" smtClean="0"/>
              <a:t>12/25/25</a:t>
            </a:fld>
            <a:endParaRPr lang="en-S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6215E-60EA-F139-6BB6-34D615B2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86514-C360-4420-56A7-8DD0D7D6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65224D-525F-974B-A467-E503430C5389}" type="slidenum">
              <a:rPr lang="en-SO" smtClean="0"/>
              <a:t>‹#›</a:t>
            </a:fld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139259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A043-0529-4F9E-0050-062930F1AB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BB518-B144-3C22-6503-7632AA3E1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3482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2759849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118C8-243E-12C9-5D6E-21ECD663F72B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470217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#PTE2026 — type here …</a:t>
            </a:r>
            <a:endParaRPr lang="en-SO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99FCE-9038-E8B4-DD40-5BE189D49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47021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780670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uturistic abstract technology background . vector tech circle and technology  background. 5593653 Vector Art at Vecteezy">
            <a:extLst>
              <a:ext uri="{FF2B5EF4-FFF2-40B4-BE49-F238E27FC236}">
                <a16:creationId xmlns:a16="http://schemas.microsoft.com/office/drawing/2014/main" id="{D6323479-BC18-0ED9-ABD1-437137C312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6689" y="-567151"/>
            <a:ext cx="12378689" cy="742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53778B-5690-CC62-25C2-D5E5945D316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989848" y="-3404777"/>
            <a:ext cx="14590928" cy="168342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40D94F-0E21-B572-FF1B-381D71F2E1D2}"/>
              </a:ext>
            </a:extLst>
          </p:cNvPr>
          <p:cNvSpPr/>
          <p:nvPr userDrawn="1"/>
        </p:nvSpPr>
        <p:spPr>
          <a:xfrm>
            <a:off x="-186690" y="-567151"/>
            <a:ext cx="12378689" cy="7425151"/>
          </a:xfrm>
          <a:prstGeom prst="rect">
            <a:avLst/>
          </a:prstGeom>
          <a:gradFill>
            <a:gsLst>
              <a:gs pos="2000">
                <a:schemeClr val="accent1">
                  <a:lumMod val="5000"/>
                  <a:lumOff val="95000"/>
                  <a:alpha val="52887"/>
                </a:schemeClr>
              </a:gs>
              <a:gs pos="72000">
                <a:schemeClr val="tx2">
                  <a:lumMod val="75000"/>
                  <a:lumOff val="25000"/>
                </a:schemeClr>
              </a:gs>
            </a:gsLst>
            <a:lin ang="5400000" scaled="1"/>
          </a:gra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O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55E486-8C18-035E-C4FD-B9E2E3BDACC6}"/>
              </a:ext>
            </a:extLst>
          </p:cNvPr>
          <p:cNvSpPr txBox="1"/>
          <p:nvPr userDrawn="1"/>
        </p:nvSpPr>
        <p:spPr>
          <a:xfrm>
            <a:off x="2457216" y="5756830"/>
            <a:ext cx="399257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SO" b="1" dirty="0">
                <a:solidFill>
                  <a:schemeClr val="bg1"/>
                </a:solidFill>
                <a:latin typeface="Helvetica" pitchFamily="2" charset="0"/>
              </a:rPr>
              <a:t>Carwada Tiknoolojiyadda Puntland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43F614-E974-59D1-A4A1-BA443307430A}"/>
              </a:ext>
            </a:extLst>
          </p:cNvPr>
          <p:cNvSpPr txBox="1"/>
          <p:nvPr userDrawn="1"/>
        </p:nvSpPr>
        <p:spPr>
          <a:xfrm>
            <a:off x="2462488" y="6025634"/>
            <a:ext cx="204414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600" b="0" dirty="0">
                <a:solidFill>
                  <a:schemeClr val="bg1"/>
                </a:solidFill>
                <a:latin typeface="Helvetica" pitchFamily="2" charset="0"/>
              </a:rPr>
              <a:t>J</a:t>
            </a:r>
            <a:r>
              <a:rPr lang="en-SO" sz="1600" b="0" dirty="0">
                <a:solidFill>
                  <a:schemeClr val="bg1"/>
                </a:solidFill>
                <a:latin typeface="Helvetica" pitchFamily="2" charset="0"/>
              </a:rPr>
              <a:t>anaayo 5/6/7, 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BEB3D3-48DE-5D55-5191-67A7CCF11849}"/>
              </a:ext>
            </a:extLst>
          </p:cNvPr>
          <p:cNvSpPr txBox="1"/>
          <p:nvPr userDrawn="1"/>
        </p:nvSpPr>
        <p:spPr>
          <a:xfrm>
            <a:off x="2457216" y="6259803"/>
            <a:ext cx="127470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Helvetica" pitchFamily="2" charset="0"/>
              </a:rPr>
              <a:t>#PTE2026</a:t>
            </a:r>
            <a:endParaRPr lang="en-SO" b="1" dirty="0">
              <a:solidFill>
                <a:schemeClr val="bg1"/>
              </a:solidFill>
              <a:latin typeface="Helvetica" pitchFamily="2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8F13B81-5DAA-8EE1-405E-897E84885C7C}"/>
              </a:ext>
            </a:extLst>
          </p:cNvPr>
          <p:cNvCxnSpPr/>
          <p:nvPr userDrawn="1"/>
        </p:nvCxnSpPr>
        <p:spPr>
          <a:xfrm>
            <a:off x="-186690" y="5562599"/>
            <a:ext cx="1237869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A5D75C2-EDA4-5FA2-E183-DE74D1388BE5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29890" y="5746296"/>
            <a:ext cx="1810747" cy="92800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A897A5-15D3-BE25-8B62-79600332A6A7}"/>
              </a:ext>
            </a:extLst>
          </p:cNvPr>
          <p:cNvCxnSpPr/>
          <p:nvPr userDrawn="1"/>
        </p:nvCxnSpPr>
        <p:spPr>
          <a:xfrm>
            <a:off x="2351314" y="5746296"/>
            <a:ext cx="0" cy="900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98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26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ED9A-6DAE-AEBB-3221-63A6ED134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5267-1CEA-C6A3-26CB-2B4897FFA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O"/>
          </a:p>
        </p:txBody>
      </p:sp>
    </p:spTree>
    <p:extLst>
      <p:ext uri="{BB962C8B-B14F-4D97-AF65-F5344CB8AC3E}">
        <p14:creationId xmlns:p14="http://schemas.microsoft.com/office/powerpoint/2010/main" val="2213152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Xoosh Docol</dc:creator>
  <cp:lastModifiedBy>Mohamed Isse Osman</cp:lastModifiedBy>
  <cp:revision>5</cp:revision>
  <dcterms:created xsi:type="dcterms:W3CDTF">2025-12-21T15:47:50Z</dcterms:created>
  <dcterms:modified xsi:type="dcterms:W3CDTF">2025-12-25T20:49:10Z</dcterms:modified>
</cp:coreProperties>
</file>